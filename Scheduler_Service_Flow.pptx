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Time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Misc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Time Response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Request Table Update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FTP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Inbound 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Archive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Failed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Misc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MF Unavailable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30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Misc/Void/Res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 AP/DN/PE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30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 Large Txn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 AP/PN/DN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Partially Failed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Void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Partial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PF Status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PF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Void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Full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PR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30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Response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Trigger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AC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